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7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616" y="6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F10D-2F95-C817-03DF-47775EAD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5BC4F-32DA-04BE-1ECF-8131C4D2C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1A330-FEB3-80F5-AF2A-25A43094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213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FCAE-8576-899E-2799-06D5612E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6AAB6-11E3-BBB5-3A63-A970FF244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5833E-E50A-BA68-E38F-9D2DFB339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53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14E6-B185-F83B-7C56-9F03E268C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40B8F-6385-1F86-4340-17E912F4A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2E219-548D-04C5-1279-20C8F2C6D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044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4B64-9E4D-BBBE-A422-FFD8EB33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9707A-BF4F-88C4-B118-6C7263158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10215-37D7-8E1F-FB0E-5ACE77CF7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15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37B9-10C9-6585-57E7-B924EE81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3E378-CD02-AF40-99DD-BFEF83C7A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E6D8D-0468-D88F-9DA9-7EA96E357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60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D5-FFF2-7C74-2AA1-DEFD3FF5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753F2-71B9-B1C2-69BA-D9B249243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7CCC9-6928-C3E9-0DCC-1775ADAB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850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3F23-DC15-DC84-4BB3-3CA0286B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71A55-B284-262D-3C07-694D4AA8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6FB5D-E2E4-3A5E-9875-9B0FCDF09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329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360F4-CC72-135F-00EA-1D6030613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C8ABB-86F7-B033-4364-B0193B44E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CD5A0-CC06-C0A3-4166-8BCC60E4C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05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Amazon Sales </a:t>
            </a:r>
            <a:br>
              <a:rPr lang="en-US" dirty="0"/>
            </a:br>
            <a:r>
              <a:rPr lang="en-US" dirty="0"/>
              <a:t>in</a:t>
            </a:r>
            <a:br>
              <a:rPr lang="en-US" dirty="0"/>
            </a:br>
            <a:r>
              <a:rPr lang="en-US" dirty="0" err="1"/>
              <a:t>india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Presented by</a:t>
            </a:r>
            <a:br>
              <a:rPr lang="en-US" dirty="0"/>
            </a:br>
            <a:r>
              <a:rPr lang="en-US" dirty="0"/>
              <a:t>Roshan Sahu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556182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items sold every week, grouped by product categories.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bar chart shows how many products were sold each week. The different colors represent various product categories.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B04BF3-54EC-3CBB-4EF4-FB12F3934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0" y="896899"/>
            <a:ext cx="5615481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BC39-F8D3-C2DF-095C-0E7FADB3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A9D0-99A2-E18E-7757-AAD05AD50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556182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 amount (in INR) each week by category.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"This line chart shows how much revenue was earned each week from different product categories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E07756-D1F9-7372-5FBA-0095BA3E6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3140"/>
            <a:ext cx="5363852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9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905BB-0FB8-0053-C80B-82E07247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9780-819D-13EF-94AA-65557179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556182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orders that are shipped, unshipped, or cancelled.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"This pie chart shows the delivery status. Most orders are shipped, and very few are unshipped or cancelled."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80188-4276-1CAC-2457-E52029736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58" y="1464316"/>
            <a:ext cx="3273290" cy="308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41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B9B1-33F2-1566-067B-09F7DDF8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26F9-5041-1913-EA5D-1485688E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60" y="806727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sales on </a:t>
            </a:r>
            <a:r>
              <a:rPr lang="en-US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amazon.In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non-amazon platforms.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"Almost all sales come from </a:t>
            </a:r>
            <a:r>
              <a:rPr lang="en-US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amazon.In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very few from other channels."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B8845-20F9-45A3-53DA-9A171DA6B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24" y="1943544"/>
            <a:ext cx="2429214" cy="246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0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91ED-1764-FF9A-D327-230DDE5B5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42C3-9274-398C-8ADE-782CAD03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60" y="806727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how much of the sales are business-to-business (B2B).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"Only a small portion of the sales are from B2B customers. Most sales are to regular customers."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1BF5E-1B72-E27D-2C2D-C50FB8F4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27" y="2323945"/>
            <a:ext cx="2619741" cy="190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73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8C826-4886-D64B-A51F-554AF43D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740-AE19-5495-50EB-C980C265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60" y="806727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Breakdown of orders by shipping status (</a:t>
            </a:r>
            <a:r>
              <a:rPr lang="en-US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Shipped, cancelled, returned).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"This table gives detailed numbers on shipping statuses — like how many items were shipped, returned, cancelled, or pending."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83961-7B78-5616-B4EA-460E31F42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29" y="806727"/>
            <a:ext cx="4305901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9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6CBB-6B79-AA6E-B2EA-D40C1C33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F759-3BAF-67B9-D62E-31499EFA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60" y="806727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 with highest product quantities and their shipping type (standard/expedited).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"This chart shows the top states by sales quantity and the type of delivery used in each — like standard or expedited."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C78F4-7989-DEBE-419C-160B2954D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1" y="940651"/>
            <a:ext cx="4353533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9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2500-72D0-F92D-214C-2AF1103C5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EDE33-B52A-8374-C176-E2F00AA0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60" y="806727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 view of sales across different states in India.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"This map shows where the most orders are coming from. Darker regions have higher sales."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C6B6E-A50C-840D-FEE3-F4BC3FC46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4" y="1315774"/>
            <a:ext cx="4305901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27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0DDB-8A82-4E56-6E67-5EBFFE1A5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94D8-6E1A-6C1B-B688-7E47FDD69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760" y="806727"/>
            <a:ext cx="5723586" cy="524454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quantity by product sizes (</a:t>
            </a:r>
            <a:r>
              <a:rPr lang="en-US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M, l, xl).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"This chart compares how many products of each size were sold. Medium and large are the most popular sizes."</a:t>
            </a:r>
            <a:b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C18A1-BD24-3E05-B433-82F7E0F79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9" y="806727"/>
            <a:ext cx="4439270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2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{702A51A4-BCC5-4D3E-BE3B-2F35C68ADA7B}tf78438558_win32</Template>
  <TotalTime>74</TotalTime>
  <Words>338</Words>
  <Application>Microsoft Office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Amazon Sales  in india   Presented by Roshan Sahu</vt:lpstr>
      <vt:lpstr>Number of items sold every week, grouped by product categories.  This bar chart shows how many products were sold each week. The different colors represent various product categories.</vt:lpstr>
      <vt:lpstr>Total sales amount (in INR) each week by category.  "This line chart shows how much revenue was earned each week from different product categories."</vt:lpstr>
      <vt:lpstr>Percentage of orders that are shipped, unshipped, or cancelled.  "This pie chart shows the delivery status. Most orders are shipped, and very few are unshipped or cancelled."</vt:lpstr>
      <vt:lpstr>Comparison of sales on amazon.In vs non-amazon platforms.  "Almost all sales come from amazon.In, with very few from other channels." </vt:lpstr>
      <vt:lpstr>Shows how much of the sales are business-to-business (B2B).  "Only a small portion of the sales are from B2B customers. Most sales are to regular customers." </vt:lpstr>
      <vt:lpstr>Breakdown of orders by shipping status (e.G., Shipped, cancelled, returned).  "This table gives detailed numbers on shipping statuses — like how many items were shipped, returned, cancelled, or pending."</vt:lpstr>
      <vt:lpstr>States with highest product quantities and their shipping type (standard/expedited).  "This chart shows the top states by sales quantity and the type of delivery used in each — like standard or expedited."</vt:lpstr>
      <vt:lpstr>Geographic view of sales across different states in India.  "This map shows where the most orders are coming from. Darker regions have higher sales." </vt:lpstr>
      <vt:lpstr>Sales quantity by product sizes (e.G., M, l, xl).  "This chart compares how many products of each size were sold. Medium and large are the most popular sizes."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Roshan sahu</dc:creator>
  <cp:lastModifiedBy>Roshan sahu</cp:lastModifiedBy>
  <cp:revision>1</cp:revision>
  <dcterms:created xsi:type="dcterms:W3CDTF">2025-07-14T09:11:40Z</dcterms:created>
  <dcterms:modified xsi:type="dcterms:W3CDTF">2025-07-14T10:26:19Z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